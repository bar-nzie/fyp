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C2152-5366-3746-5213-75AC58804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A033CE-7193-D4DD-2FDE-D4F1A969C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A60D0-7F0F-1694-D5CD-BED83A0B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C382-38FD-4858-8B88-30F97CA9F31C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BA9D4-273D-86BA-DC75-E374092A6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0A0C3-EA4D-48C8-E3C0-C0C8AD2A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DD16-8F3F-424C-9C59-72D4CD022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583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BBC0D-9A8E-FA77-DE55-BF485D784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0C7AA-E777-B68B-12C0-75FC6AA5E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03152-FD31-01A5-46DD-A5DB2889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C382-38FD-4858-8B88-30F97CA9F31C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09EA7-7A85-1EED-DCC8-E3E831DA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3145D-E0EA-F8F1-2C06-5C2E77425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DD16-8F3F-424C-9C59-72D4CD022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74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E302B-85F3-2442-08EF-F9B8F948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F577C-7469-B346-58C0-77AA8063A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CBC19-1524-1D50-BA6C-FD4D7401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C382-38FD-4858-8B88-30F97CA9F31C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D1439-EF7B-F522-D7E9-CDE14CC07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45725-4F34-BDC2-8ABE-64FFCBF5A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DD16-8F3F-424C-9C59-72D4CD022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8200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5856-A65F-F177-CB13-84183386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E5FA1-BBE2-1A14-1444-1C60A5F1DF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9D7AE-B190-C84C-A5BE-5F4BFC3AF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91DB0-F807-D4DF-E094-E058FE654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C382-38FD-4858-8B88-30F97CA9F31C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C5899-CABE-26BA-0892-03CAA38ED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0819A-7340-383A-97BA-B5B3D50C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DD16-8F3F-424C-9C59-72D4CD022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881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F9F7B-A3D8-091D-3317-F4C67FF26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70BF8-FEC2-0545-5277-25C96C347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C05FE-4356-36C2-D0AE-72E46C09F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85A949-72BA-ED7B-C5B5-34031337E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A3A18-E260-01FD-AF50-E36EBF3F4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277F7A-BA95-737D-458A-CEE2F668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C382-38FD-4858-8B88-30F97CA9F31C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CB96AE-C929-7A10-E2C4-65817C44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AEF7E-FEBD-4BF8-6ED6-ECB68813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DD16-8F3F-424C-9C59-72D4CD022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71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76BB4-CDE0-A3B9-C2A7-12E91435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2F06C-4E4C-684B-701F-B392966E9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C382-38FD-4858-8B88-30F97CA9F31C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4E6E1-A63D-67B8-2744-D5883AA7E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6CDB6B-4A3D-7EDD-D4B1-0DF9C6CD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DD16-8F3F-424C-9C59-72D4CD022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048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4F8F9-2A44-33EC-BB35-FC70BB87B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C382-38FD-4858-8B88-30F97CA9F31C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90224C-CF0A-6251-FF53-45A97143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54E75-38AD-1872-E478-A37D4F529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DD16-8F3F-424C-9C59-72D4CD022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117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0305-A20D-B0A5-935E-2965DEB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66449-A15B-E4F4-B2FC-BC87863AF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018B9-7D4D-C2E6-4F56-A03BF2E6F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2DC33-9C6F-4AC2-3D19-A326158E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C382-38FD-4858-8B88-30F97CA9F31C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1A787-E17A-97B3-C660-A6783897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5067-716A-CBFE-D421-615BC3266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DD16-8F3F-424C-9C59-72D4CD022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129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E3D8-23B7-16E5-E81B-A98C828B2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C4980-745C-4703-639A-F2EAFEDFEC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76516-3CFD-EEA1-A0F6-DF8DC3B1F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83867-AB8D-9102-C20E-2A8216BF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C382-38FD-4858-8B88-30F97CA9F31C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FDA38-65F9-4B3B-F9C3-A11967B9F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30026-46BC-BF32-641E-49CC22792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DD16-8F3F-424C-9C59-72D4CD022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8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D64A7-6F4B-D115-7231-FE51E10CD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CB778-A450-8027-EBA6-D62ECCD5E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8D158-40F2-A21B-3717-592C79480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C382-38FD-4858-8B88-30F97CA9F31C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D084A-198E-2973-6F11-8E75AD33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F02CB-33DA-22DE-3973-2D08D325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DD16-8F3F-424C-9C59-72D4CD022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35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F98F1-4768-3D25-C8C3-77FDD9E9D2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E8A5A-7A62-1122-5779-2100834F9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50CE2-2880-F188-4C83-67CE3D1E7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C382-38FD-4858-8B88-30F97CA9F31C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19C9-9485-6F83-5FC3-ADFA5D451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FF12D-1010-4480-A840-A66DB4F8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DD16-8F3F-424C-9C59-72D4CD022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328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1400FC-9C8D-085B-616B-B7E20FABC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C4BFB-78E4-5D5F-51EB-312D5F2B2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E9E6-4E62-5CDC-A24F-464FFEDBB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39C382-38FD-4858-8B88-30F97CA9F31C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AC04E-394C-9136-8018-90B9B3818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E528C-64D6-D2AC-BE5D-59D2EA536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6DD16-8F3F-424C-9C59-72D4CD022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6323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edevacademy.org/unity-noise-maps-tutorial/" TargetMode="External"/><Relationship Id="rId2" Type="http://schemas.openxmlformats.org/officeDocument/2006/relationships/hyperlink" Target="https://gamedevacademy.org/complete-guide-to-procedural-level-generation-in-unity-part-1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7C54-CAF1-6F86-1854-D9147C2D4A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Project development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B7EB8B-7CD3-439A-4CB8-4FFBC16FCB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014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C73D-5495-A6DB-7057-87106DFA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Procedural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FC226-E6C6-F8A7-36F5-E5411BF9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>
                <a:hlinkClick r:id="rId2"/>
              </a:rPr>
              <a:t>https://gamedevacademy.org/complete-guide-to-procedural-level-generation-in-unity-part-1/</a:t>
            </a:r>
            <a:endParaRPr lang="en-GB" dirty="0"/>
          </a:p>
          <a:p>
            <a:r>
              <a:rPr lang="en-GB" dirty="0"/>
              <a:t>Begin by creating a </a:t>
            </a:r>
            <a:r>
              <a:rPr lang="en-GB" dirty="0" err="1"/>
              <a:t>perlin</a:t>
            </a:r>
            <a:r>
              <a:rPr lang="en-GB" dirty="0"/>
              <a:t> noise map</a:t>
            </a:r>
          </a:p>
          <a:p>
            <a:pPr lvl="1"/>
            <a:r>
              <a:rPr lang="en-GB" dirty="0">
                <a:hlinkClick r:id="rId3"/>
              </a:rPr>
              <a:t>https://gamedevacademy.org/unity-noise-maps-tutorial/</a:t>
            </a:r>
            <a:r>
              <a:rPr lang="en-GB" dirty="0"/>
              <a:t> </a:t>
            </a:r>
          </a:p>
          <a:p>
            <a:r>
              <a:rPr lang="en-GB" dirty="0"/>
              <a:t>Create a height map and assign it to a plane</a:t>
            </a:r>
          </a:p>
          <a:p>
            <a:r>
              <a:rPr lang="en-GB" dirty="0"/>
              <a:t>Assign materials based on height map</a:t>
            </a:r>
          </a:p>
          <a:p>
            <a:r>
              <a:rPr lang="en-GB" dirty="0"/>
              <a:t>Generate a heat map</a:t>
            </a:r>
          </a:p>
          <a:p>
            <a:pPr lvl="1"/>
            <a:r>
              <a:rPr lang="en-GB" dirty="0"/>
              <a:t>Use heat map to determine concentration of objects within certain areas. </a:t>
            </a:r>
            <a:r>
              <a:rPr lang="en-GB" dirty="0" err="1"/>
              <a:t>i.e</a:t>
            </a:r>
            <a:r>
              <a:rPr lang="en-GB" dirty="0"/>
              <a:t> trees.</a:t>
            </a:r>
          </a:p>
          <a:p>
            <a:r>
              <a:rPr lang="en-GB" dirty="0"/>
              <a:t>Generate man made objects when heat map is within a certain range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657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1A44D-5566-934F-51C8-B1B294246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6A5DD-C1EF-4731-6B82-103061201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Idle, Patrol, Chase and Attack.</a:t>
            </a:r>
          </a:p>
          <a:p>
            <a:r>
              <a:rPr lang="en-GB" dirty="0"/>
              <a:t>Simply use </a:t>
            </a:r>
            <a:r>
              <a:rPr lang="en-GB" dirty="0" err="1"/>
              <a:t>Navmesh</a:t>
            </a:r>
            <a:r>
              <a:rPr lang="en-GB" dirty="0"/>
              <a:t> to move around.</a:t>
            </a:r>
          </a:p>
          <a:p>
            <a:r>
              <a:rPr lang="en-GB" dirty="0"/>
              <a:t>Have an understanding of some basic moves such as attacking from cover.</a:t>
            </a:r>
          </a:p>
          <a:p>
            <a:r>
              <a:rPr lang="en-GB" dirty="0"/>
              <a:t>Heal when health low.</a:t>
            </a:r>
          </a:p>
          <a:p>
            <a:r>
              <a:rPr lang="en-GB" dirty="0"/>
              <a:t>All cover prefabs should have markers.</a:t>
            </a:r>
          </a:p>
        </p:txBody>
      </p:sp>
    </p:spTree>
    <p:extLst>
      <p:ext uri="{BB962C8B-B14F-4D97-AF65-F5344CB8AC3E}">
        <p14:creationId xmlns:p14="http://schemas.microsoft.com/office/powerpoint/2010/main" val="252123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CC3D-B4C4-E733-1C1A-AA3AF03D4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Adaptive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A4828-DB56-E530-3534-CAEFF573E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Idle, Patrol, Search, Chase, Attack, Retreat, Move to.</a:t>
            </a:r>
          </a:p>
          <a:p>
            <a:r>
              <a:rPr lang="en-GB" dirty="0"/>
              <a:t>Avoid player line of sight.</a:t>
            </a:r>
          </a:p>
          <a:p>
            <a:r>
              <a:rPr lang="en-GB" dirty="0"/>
              <a:t>Retreat to safe place when health low.</a:t>
            </a:r>
          </a:p>
          <a:p>
            <a:r>
              <a:rPr lang="en-GB" dirty="0"/>
              <a:t>Some enemies will be set to search for the player “hunting”</a:t>
            </a:r>
          </a:p>
          <a:p>
            <a:r>
              <a:rPr lang="en-GB" dirty="0"/>
              <a:t>Move to consists of finding vantage points – flanking or height ground.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0049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36AAC-2708-C296-064B-2AD8C947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BEF92-8F7F-8AAC-411A-C44508FCB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529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176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Project development resources</vt:lpstr>
      <vt:lpstr>Procedural Generation</vt:lpstr>
      <vt:lpstr>Static AI</vt:lpstr>
      <vt:lpstr>Adaptive AI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Barnes</dc:creator>
  <cp:lastModifiedBy>Joshua Barnes</cp:lastModifiedBy>
  <cp:revision>3</cp:revision>
  <dcterms:created xsi:type="dcterms:W3CDTF">2025-11-04T08:53:13Z</dcterms:created>
  <dcterms:modified xsi:type="dcterms:W3CDTF">2025-11-04T10:24:21Z</dcterms:modified>
</cp:coreProperties>
</file>